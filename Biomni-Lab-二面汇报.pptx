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f597787c745d0" /><Relationship Type="http://schemas.openxmlformats.org/officeDocument/2006/relationships/extended-properties" Target="/docProps/app.xml" Id="R3ba07b057e014c6d" /><Relationship Type="http://schemas.openxmlformats.org/officeDocument/2006/relationships/officeDocument" Target="/ppt/presentation.xml" Id="Rc3b10021c206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98b80697b4ba7"/>
  </p:sldMasterIdLst>
  <p:notesMasterIdLst>
    <p:notesMasterId xmlns:r="http://schemas.openxmlformats.org/officeDocument/2006/relationships" r:id="R0597b18633ec4eec"/>
  </p:notesMasterIdLst>
  <p:sldIdLst>
    <p:sldId xmlns:r="http://schemas.openxmlformats.org/officeDocument/2006/relationships" id="256" r:id="R8006273e346242bd"/>
    <p:sldId xmlns:r="http://schemas.openxmlformats.org/officeDocument/2006/relationships" id="257" r:id="R5c14980c972649d4"/>
    <p:sldId xmlns:r="http://schemas.openxmlformats.org/officeDocument/2006/relationships" id="258" r:id="R54fc95aeb14e4527"/>
    <p:sldId xmlns:r="http://schemas.openxmlformats.org/officeDocument/2006/relationships" id="259" r:id="R6fafd83d23b84f9d"/>
    <p:sldId xmlns:r="http://schemas.openxmlformats.org/officeDocument/2006/relationships" id="260" r:id="R3b74bf04db8a4ed6"/>
    <p:sldId xmlns:r="http://schemas.openxmlformats.org/officeDocument/2006/relationships" id="261" r:id="R85ce7c0e81e147a5"/>
    <p:sldId xmlns:r="http://schemas.openxmlformats.org/officeDocument/2006/relationships" id="262" r:id="Rf8267f72ea1e456c"/>
    <p:sldId xmlns:r="http://schemas.openxmlformats.org/officeDocument/2006/relationships" id="263" r:id="Rd50f373518f04c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1e81eb2fb54b3a" /><Relationship Type="http://schemas.openxmlformats.org/officeDocument/2006/relationships/slideMaster" Target="/ppt/slideMasters/slideMaster1.xml" Id="R84098b80697b4ba7" /><Relationship Type="http://schemas.openxmlformats.org/officeDocument/2006/relationships/notesMaster" Target="/ppt/notesMasters/notesMaster1.xml" Id="R0597b18633ec4eec" /><Relationship Type="http://schemas.openxmlformats.org/officeDocument/2006/relationships/presProps" Target="/ppt/presProps.xml" Id="Rf47b84f579e942ba" /><Relationship Type="http://schemas.openxmlformats.org/officeDocument/2006/relationships/tableStyles" Target="/ppt/tableStyles.xml" Id="Rf704088a85a44353" /><Relationship Type="http://schemas.openxmlformats.org/officeDocument/2006/relationships/slide" Target="/ppt/slides/slide1.xml" Id="R8006273e346242bd" /><Relationship Type="http://schemas.openxmlformats.org/officeDocument/2006/relationships/slide" Target="/ppt/slides/slide2.xml" Id="R5c14980c972649d4" /><Relationship Type="http://schemas.openxmlformats.org/officeDocument/2006/relationships/slide" Target="/ppt/slides/slide3.xml" Id="R54fc95aeb14e4527" /><Relationship Type="http://schemas.openxmlformats.org/officeDocument/2006/relationships/slide" Target="/ppt/slides/slide4.xml" Id="R6fafd83d23b84f9d" /><Relationship Type="http://schemas.openxmlformats.org/officeDocument/2006/relationships/slide" Target="/ppt/slides/slide5.xml" Id="R3b74bf04db8a4ed6" /><Relationship Type="http://schemas.openxmlformats.org/officeDocument/2006/relationships/slide" Target="/ppt/slides/slide6.xml" Id="R85ce7c0e81e147a5" /><Relationship Type="http://schemas.openxmlformats.org/officeDocument/2006/relationships/slide" Target="/ppt/slides/slide7.xml" Id="Rf8267f72ea1e456c" /><Relationship Type="http://schemas.openxmlformats.org/officeDocument/2006/relationships/slide" Target="/ppt/slides/slide8.xml" Id="Rd50f373518f04c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f82e7c012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6fbaf6e5c4387" /><Relationship Type="http://schemas.openxmlformats.org/officeDocument/2006/relationships/notesMaster" Target="/ppt/notesMasters/notesMaster1.xml" Id="Rbe6506eff6e04d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efb46ad9664529" /><Relationship Type="http://schemas.openxmlformats.org/officeDocument/2006/relationships/notesMaster" Target="/ppt/notesMasters/notesMaster1.xml" Id="Rc8ebc06a1d93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c082e795ce4ded" /><Relationship Type="http://schemas.openxmlformats.org/officeDocument/2006/relationships/notesMaster" Target="/ppt/notesMasters/notesMaster1.xml" Id="R3d3da351472c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9939b826404fc4" /><Relationship Type="http://schemas.openxmlformats.org/officeDocument/2006/relationships/notesMaster" Target="/ppt/notesMasters/notesMaster1.xml" Id="Rb29bfa8c1ecd46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8cfe55670d4217" /><Relationship Type="http://schemas.openxmlformats.org/officeDocument/2006/relationships/notesMaster" Target="/ppt/notesMasters/notesMaster1.xml" Id="Rf08be58da50a46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c72c5322cc4cb8" /><Relationship Type="http://schemas.openxmlformats.org/officeDocument/2006/relationships/notesMaster" Target="/ppt/notesMasters/notesMaster1.xml" Id="R86ab773af9d64b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62b25897b4bf8" /><Relationship Type="http://schemas.openxmlformats.org/officeDocument/2006/relationships/notesMaster" Target="/ppt/notesMasters/notesMaster1.xml" Id="R0cd845f0864246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d56a376f5d4f57" /><Relationship Type="http://schemas.openxmlformats.org/officeDocument/2006/relationships/notesMaster" Target="/ppt/notesMasters/notesMaster1.xml" Id="Rd08d6950575c4a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8514fdf05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c84d664b1c4190" /><Relationship Type="http://schemas.openxmlformats.org/officeDocument/2006/relationships/slideLayout" Target="/ppt/slideLayouts/slideLayout1.xml" Id="R0748cd441f6d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8cd441f6d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48398d80d4d94" /><Relationship Type="http://schemas.openxmlformats.org/officeDocument/2006/relationships/notesSlide" Target="/ppt/notesSlides/notesSlide1.xml" Id="R4341c5560f20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cf3f2ddc4430d" /><Relationship Type="http://schemas.openxmlformats.org/officeDocument/2006/relationships/notesSlide" Target="/ppt/notesSlides/notesSlide2.xml" Id="R6a986c74bac6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a732ffdd4578" /><Relationship Type="http://schemas.openxmlformats.org/officeDocument/2006/relationships/notesSlide" Target="/ppt/notesSlides/notesSlide3.xml" Id="R6881ee1c8eeb48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bb05089304182" /><Relationship Type="http://schemas.openxmlformats.org/officeDocument/2006/relationships/notesSlide" Target="/ppt/notesSlides/notesSlide4.xml" Id="Ra3eb514e99a842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68948334e494b" /><Relationship Type="http://schemas.openxmlformats.org/officeDocument/2006/relationships/notesSlide" Target="/ppt/notesSlides/notesSlide5.xml" Id="Ra329bba0ecfd4c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680ca72314c15" /><Relationship Type="http://schemas.openxmlformats.org/officeDocument/2006/relationships/notesSlide" Target="/ppt/notesSlides/notesSlide6.xml" Id="R31c56127f35749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ec0ac11204bef" /><Relationship Type="http://schemas.openxmlformats.org/officeDocument/2006/relationships/notesSlide" Target="/ppt/notesSlides/notesSlide7.xml" Id="R8340bca9ea04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7a89ebb824ff6" /><Relationship Type="http://schemas.openxmlformats.org/officeDocument/2006/relationships/notesSlide" Target="/ppt/notesSlides/notesSlide8.xml" Id="R3c2d2cc206d14b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44736-BAEC-4255-8372-1D7B57F7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9D121-DDC3-4F14-8E7E-AD05A59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FA8B-E388-464F-A6D2-CFD3E1E8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BIOMNI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D16A-FE8B-4DBC-BEAD-7E3DB342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从自然语言科研任务</a:t>
            </a:r>
          </a:p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到可追踪的 Agent 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37BAF-1DCF-4C96-BA4A-44FBDCE0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逆向与改进版原型汇报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D2FE9-FF0E-4DD0-9437-B8E3606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核心改进：把线性对话流升级为可观察、可编排的任务画布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C4132-1E95-436C-8E26-33B21E36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F5792-3719-4395-8FB5-81305E2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Next.js 15 / QoderCN Agent / SSE / SQLite / React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8464-5C58-406F-BA54-72F7215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约 5–8 分钟汇报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229FD-E638-44E3-B6B9-04EA6AF9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531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25696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8E06A-1639-47C2-918B-D2FB4633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  产品逆向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CD0DD-E7E1-464A-A5E7-9E0AF3DC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Biomni 的核心价值是“可控、可追踪的科研执行”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0D426-4387-4EB8-88F5-0BC87923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从公开页面与 DOM 实测提炼用户任务和关键交互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CFF05-62D8-4CE5-AA65-7D5272E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63790-4BFA-407D-98BF-3A9570D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目标用户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7A19B-F22F-4F23-A09D-D745E88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生物医学研究者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生物信息分析师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药企 / 生物科技研发人员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3C7B5-1507-4DA4-B7A8-6BD853C7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核心任务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88BA0-49F3-4A7A-A5D2-B6748E9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用一句话下达多步骤科研任务，获得可下载结果与可审计过程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F38CB-7A42-4630-B320-8D67C5A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409E8-C0C6-482C-A866-32804B5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输入任务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05986-40E4-48AD-9E97-8464657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00375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自然语言 + 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8FB59-B1CC-4DD8-A7FA-37305C5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50818-B4C7-4DBD-87B9-50F7DD04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AA036-7103-4086-A5AB-5EBCEFD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澄清 / 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B3CE9-E9A8-4FA0-9542-B643A35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结构化提问</a:t>
            </a:r>
          </a:p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计划文档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E5B68-0E3A-49F5-BBF2-F1F01528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354BB-35CB-4961-A9D4-3992593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E7E01-3774-4EA0-B921-64AEA36E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审批后执行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B71C5-AAC4-40FB-926E-7303284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0375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待办 + traces</a:t>
            </a:r>
          </a:p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后台运行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C66BE-E1F5-4E4F-9129-F563AF8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6CF5B-620A-415D-990F-0914DF1E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8D637-8000-47AA-9AC1-1C1D9DE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结果交付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7B89A-D954-4850-A7FF-B5C284B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00375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文件树</a:t>
            </a:r>
          </a:p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继续迭代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B324D-A6FB-4189-9052-2D95186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E395B-50E9-41EF-ACD6-3254840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1088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BD20F8-9B03-4739-A9C9-BDFD94D1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  取舍原则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2AE49-9B40-423E-BC3C-094BD0E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先保证核心闭环，再做一处真正有价值的创新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D11D3-8ED2-4A31-8A21-3549B453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两天时间内，把资源集中在“任务完成且过程可信”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912D6-6345-4D90-8081-C7C9BA9C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3202-E529-43EE-AE5B-0709CD1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A3531-EEBD-4354-A29A-05C58426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 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91818-D050-491C-A6C8-AE4865B9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0BDA5-324F-4B00-BFD7-DE49AC33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自然语言任务输入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1515C-E551-4394-943C-CDAE1C8D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6D71F-38AE-44EA-84A5-2612275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流式执行与结果文件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2E15C-8F34-4D93-8139-ACD55D4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261FC-DE67-42D1-92AA-4EEC4A3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加载 / 失败 / 重试 / 取消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986E3-7433-497A-9F6C-47C5B788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FE4BB-EB55-40FD-9FEE-A5FD4AAA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刷新恢复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31DB4-2513-438E-BB88-B257BFD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EF706-E8AD-4581-B823-2EA97DD6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451E1-B602-431A-A67E-9353BC2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95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新增 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3FBA5-2EEA-46D1-BCB7-833CEF2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813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55DFC-CEFE-48BD-8DF5-98498538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任务画布 DAG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28F68-4851-49AF-BEFF-1C6D8553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C407F-B65A-4686-B9ED-13DB406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审批前拖拽与连线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1DB64-0538-4182-9EA7-1CB9682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100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40068-9A3F-45BD-9D4E-34CAFEC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10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节点状态实时变色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97213-F4F0-4EB4-9637-1E00773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243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F0A3F-353E-4A11-A29C-7CEA636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画布计划注入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BC460-260B-4811-B703-4642C0B8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9FAD1-5890-4867-83E0-57D5E9BE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E576A-98CD-4353-907E-83401DE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降级 / 删除 P2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380DF-8E37-40FE-85D4-A54AD4F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ACB19-55F4-4D48-8589-205414F6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多用户与分享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48CE8-B26C-4F42-807F-76F7FD23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03E04-175A-4A63-8894-B1CAA3C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云盘与计算面板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48593-8134-4710-97F9-D22E2B6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91BCE-9CCD-4ED2-9ED5-B77F2460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多模型切换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7E1BB-56F4-4BEA-9761-5D6C3337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B7ED7-5BB1-4B5A-819D-AFDA5E3F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150+ 生物工具真实接入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A61E7D-69FF-42FA-95B1-28EBCAD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判断标准：是否直接服务“可控、可追踪、可交付”的核心价值？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EE0462-DFDA-4D98-A206-88729E15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0B1830-ACA1-4EA3-AE87-5E400DE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1899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E5846-427E-4D32-8F41-A10901E2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  端到端闭环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D27EF-26DC-45E8-A026-674E868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前端体验由同一条事件链驱动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D770E-0201-4456-9A8F-0A9ECC3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REST 负责操作，SSE 负责实时，SQLite 负责恢复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1B28B-0C32-43AF-9DFC-7409F97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2AADB-FB62-43E3-89E6-79D4788D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934AB-FDF6-4DC1-BF4D-5C1E8784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三栏工作台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对话 / 画布 / 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1CB30-711D-428D-B488-41C3E8A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81A50-C9A6-45B6-B069-3986884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Next.js Route Handlers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7F4FB-C360-4E21-B99A-E13EEBC5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创建 · 快照 · 取消 · 重试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SSE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43B6B-F5ED-46C9-B8B7-6575364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E7020-FDFE-47A0-936D-00ABC21D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Runner +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EED5D-67A7-4EE0-9F76-8F457AE0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生命周期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SDK 消息 → 内部事件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99A7-6562-4B04-B563-23CA825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5262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D3FAF-3359-4463-9D10-FE0AFA9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9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QoderCN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F9D8B-DDDB-4862-9768-D79EC6B0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14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独立沙箱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真实工具调用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35331-1368-4206-A2DC-6E5FFDE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03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0A820-4BFE-4CD1-A44F-5827C0C9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003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8F28A-6BA6-4B0B-8BA4-6800056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D7EEE-937E-4DAA-B4C3-6B8935E2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事件先落库，再广播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AFED7-9E07-4102-A104-E1A26E5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590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5609C-F39C-40A0-B40E-FA0AA8E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SQLite EventLog  ·  seq 单调递增  ·  SSE 断线可续传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8D019-EDDA-4A9E-AA7A-4A48A00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87301-C17A-4877-B5DB-B53DA53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6140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769FD-84BC-4C47-8C3A-B5577C38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  状态与恢复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584CA-BC40-487F-9D13-C2AEC0C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“刷新页面”不会丢失任务，也不会重复执行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942F1-D743-451C-AFBB-7EED873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服务端事件溯源 + 客户端纯 reducer 让实时与快照一致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4B9D2-3F34-40FA-A9C5-B793B56A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52606D">
              <a:alpha val="9412"/>
            </a:srgbClr>
          </a:solidFill>
          <a:ln xmlns:a="http://schemas.openxmlformats.org/drawingml/2006/main" w="9525">
            <a:solidFill>
              <a:srgbClr val="526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7D22-6934-4FD1-A9A7-67BD2D3C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queued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F6C00-7022-4F33-B7CF-8639DEB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排队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C0723-3CFC-43E9-BF43-E09F0F4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F2F12-4378-4F54-A35E-59F4FD9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81AC7-5FD7-48E2-80A6-625F28C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BB8F-6B1E-4C6F-BC66-9A0BE397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执行中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3D107-83C9-4932-81F0-A2E0FD9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9DE09-9106-4DE3-8B76-408D25A8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A34A">
              <a:alpha val="9412"/>
            </a:srgbClr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2D650-D3DD-48D9-BFBB-DFA6142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65761-E374-42B3-B642-02F5566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193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7B71E-0BAA-45CF-9C5F-39F4C5B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9D165-FBBF-4BDE-AED8-708A642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2626">
              <a:alpha val="9412"/>
            </a:srgbClr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F4054-2180-4828-9488-28A0DAB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failed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E8DBD-09DB-43EA-8D56-F8B83AE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52F67-1546-4BE4-988B-F487C47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336EC-FC35-49A5-A026-F4C7DA7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9E0B">
              <a:alpha val="9412"/>
            </a:srgbClr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9662F-FDA0-4377-B5E1-17273DB0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cancelled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5E87D-D6CB-4CAD-9C9A-F47E865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已取消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E3DAD-7723-45CE-83A3-776E81CA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667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9B428-2F4B-44EB-8B67-B765BE3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断线 / 刷新恢复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22ED7F-1374-44A9-844E-A37A1E85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1. 先拉取任务快照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2. 订阅 SSE，并从 lastSeq 续传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3. seq 去重，避免重复渲染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F3EF1-54F7-4B8D-8BA3-4CB8E08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B0D48-3B59-4832-AE8D-25EEEF0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共享 reducer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A8B80-9DA8-42F0-AB6E-3DF88B2B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服务端重放事件生成快照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客户端折叠同一套 Block 模型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实时流与刷新后的画面保持一致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6476C-B515-499E-A1B6-A0347EBB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9567C-B8DF-4958-92E9-38EC658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2501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993BF8-D780-4938-8CB4-EEA924EF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  创新交互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2D068-E14B-48D3-AE53-11D3E9F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任务画布把“Agent 在做什么”变成一张实时 DAG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9A825-2ED9-4537-9C47-4ED186F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每个节点既是步骤，也是状态与证据的入口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DCCEE-8D13-4AF2-98B4-7EB7441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0907A-16DD-4698-9615-F141FF2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任务画布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2ACE0-83EC-4DAD-AB99-F6C96DC9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审批前可编辑 / 执行中只读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5AF08-7F70-4199-B285-7DC67E9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A34A">
              <a:alpha val="9412"/>
            </a:srgbClr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D148D-4C20-4689-8FDB-ACB97C8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读取数据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F07E8-BFB9-4472-8B98-887CFED5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41BF-CAD1-4D55-B90C-4E07E8CC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A4189-BBA9-4F7B-BC6B-BA358D83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384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计算均值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B76DB-1A57-4797-BCBB-113DE995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670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running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AABD-C994-4EBC-9135-63C10BA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2606D">
              <a:alpha val="9412"/>
            </a:srgbClr>
          </a:solidFill>
          <a:ln xmlns:a="http://schemas.openxmlformats.org/drawingml/2006/main" w="9525">
            <a:solidFill>
              <a:srgbClr val="52606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72BDC-5807-4222-BCBD-94DA650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622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生成图表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40834-51F0-4787-984F-9D79E678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908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B2DC5-849E-4B69-ADF6-B6D450B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A34A">
              <a:alpha val="9412"/>
            </a:srgbClr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A1197-44E1-4D57-A56C-31F01C9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004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写入报告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32F46-86FE-4419-91BA-E4B47C68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290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3AFD0-17F8-43B8-BEC4-288DEAA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09AB0-B2AC-4C4C-BFAA-7315203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71437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211A6-08E1-4F2E-BD36-9524B04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623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46EE7-DD9B-4CE4-8485-A54197ED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3524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57B27-31F6-4AB1-9ED0-93BDDF63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为什么选画布？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CDB5B-2870-4221-87F3-B671EE4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可观察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0D7B9-9CFB-4DC9-B94A-4FFDCED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步骤依赖和卡点一眼可见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B3ACC-6E3E-4C19-8875-F6EE24C1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可控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EDA57-BB27-4C09-9251-1362A22E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审批前调整节点与连线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7C427-D2F7-4F71-9974-BBC4DA91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可解释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B84DC-02D8-4FB9-9DCC-17CFE91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点击节点查看 traces 和输出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63366-BF86-4FC0-9721-6FFA58B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画布把 Biomni 的线性待办升级为可编排工作流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6B43B-3F99-4A4F-9CA5-245A4D00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1FB3C4-4B26-456B-A850-66317C3C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825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85E7B-9468-48B6-9C20-FB9B4AEF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06  AI 协作与工程质量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32240-E0A1-44FE-9135-E4E85690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AI 负责加速，我负责边界、验证与取舍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A47A-44AE-488E-B8AD-C2B2FBFE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关键产出不是“生成了多少代码”，而是每一步都能被验收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BE6B5-7E31-4F23-8EE9-340530BB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8D17-2492-4852-8889-D4365119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EC335-1775-4A45-A7C3-00C9F87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读取作业原文与网站结构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8937-FA73-4A2F-BD70-7EACD49A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产出 analysis.md、流程图、优先级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5E39-74BA-4E8B-9BDC-3C29253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526F1-9786-447C-A69D-A40EA59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实现闭环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69A11-A380-4159-AA54-19B74721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先搭事件模型，再接 API / SSE /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DD113-8DB8-47CE-A7D3-1EDDD94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每个里程碑跑 typecheck + 冒烟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621A8-CDFF-49A5-B806-B672868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65D06-050C-4734-9DC6-726F0BC8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排障复盘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9748D-24AD-4686-9CB8-7FFB1FC4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86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定位 SDK、授权、SQLite 编译问题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40689-9C84-4B84-ACBD-5D61441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沉淀到 ai_usage.md 与 README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DB996-99C4-407C-9DDF-4724B0D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1E8EE-73EB-4DB7-88E6-7E5AC9E8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质量保障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D9503-78DC-463D-8370-00F16E0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纯 reducer 单测 + 浏览器实测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25C84-4BF9-4ACF-AC11-1E76B66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10/10 单测通过，typecheck 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BA1EF-EE50-4A48-9BB8-98B5EF6D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76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84A4F-1A5C-423C-ABA8-9C611B5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安全边界：Token 只在服务端 env；每个任务独立沙箱；maxTurns=30；AbortController 支持真取消。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6504F-A93B-4DF0-AE75-1E8A741B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C9493-1C9D-46F1-B33A-BBD37F96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6173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8A8FA6-5084-4AFE-8D63-C5F9C9D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07  演示路径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2BA7F-71D4-461D-8C40-31D3779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一条主线覆盖输入、执行、结果与恢复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F21AC-5830-4C06-A041-2287674E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建议现场聚焦一个任务，其他能力作为备选展示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3D08F-39B4-40F8-BC0B-8D833EE8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C2059-E03E-4C36-A7FE-8299992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18CC-2EE6-46B5-81E2-25FC7C2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93C4-2992-43C0-AF79-DB7A72E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输入任务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D8B25-BDFC-478C-964A-EBAAF03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创建科研任务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1440A-BAFA-4644-A639-B6D7858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9C840-2E77-4948-8ED2-0DC1A6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CFB46-E225-4805-AAC2-6F2DC41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77304-4E71-4B2E-ABD7-3E5F654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DEC18-3A0C-4CFE-9299-B16F983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看执行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8E424-0A30-43DC-9DC7-9DCE58C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909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对话流和节点变色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8D1BC-AA31-43DD-9D5F-08DACDE2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1B213-F3BF-42C0-9CAC-10F9239F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93890-D99A-47B9-9513-F935CF7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5B3D9-7738-4A4B-B7FC-BA2C1FD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CB1CF-5905-4EAE-AC7A-532B8D8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拿结果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F82BB-B650-47C9-A30E-F99731E5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查看结果文件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33095-8AAC-429B-B8A3-5C17CD8A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95C41-3334-4B5B-878D-AB9FA98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3BE90-993D-4FFE-B7DE-D7C37037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3988D-9FCA-475A-BB91-498E16E8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E2499-DD11-4C3D-A1CB-344F1D5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验恢复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D0B87-0169-45B8-B286-0C42D1A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刷新后继续任务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1EC70E-5C65-4531-95F9-00BECE8C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F8CFC-5E3C-432F-8145-7714246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D0ADF-28FA-4D1E-9CC6-E60F1AA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912AB-5640-4216-8B3A-D714889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F975A-8E8D-4E03-ADEA-940BFC5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改计划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8E2AC-0F61-4762-A12B-4087818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拖拽连线后执行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8CC1D-1E5D-43A8-BD03-AADD9203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1CC15-8100-4B08-A6EF-D9714E1B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我把 Biomni 的“黑盒执行”变成了可观察、可恢复、可编排的 Agent 工作流。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313475-82A1-4B48-A464-12DE9FE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43CEC-9885-40D6-B9D8-159A0EEA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2773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2026-09-19T11:16:39.2990000Z</dcterms:created>
  <dcterms:modified xsi:type="dcterms:W3CDTF">2026-09-19T11:16:39.2990000Z</dcterms:modified>
</coreProperties>
</file>