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e34a09e91450c" /><Relationship Type="http://schemas.openxmlformats.org/officeDocument/2006/relationships/extended-properties" Target="/docProps/app.xml" Id="R2470a0ef52214175" /><Relationship Type="http://schemas.openxmlformats.org/officeDocument/2006/relationships/officeDocument" Target="/ppt/presentation.xml" Id="R3240a49047d847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37023eb2ab4da2"/>
  </p:sldMasterIdLst>
  <p:notesMasterIdLst>
    <p:notesMasterId xmlns:r="http://schemas.openxmlformats.org/officeDocument/2006/relationships" r:id="R3e8d35953e414bd8"/>
  </p:notesMasterIdLst>
  <p:sldIdLst>
    <p:sldId xmlns:r="http://schemas.openxmlformats.org/officeDocument/2006/relationships" id="256" r:id="R779f8b1084c044c0"/>
    <p:sldId xmlns:r="http://schemas.openxmlformats.org/officeDocument/2006/relationships" id="257" r:id="R42e11bfb4f154d38"/>
    <p:sldId xmlns:r="http://schemas.openxmlformats.org/officeDocument/2006/relationships" id="258" r:id="Rf8619a9a0e61410e"/>
    <p:sldId xmlns:r="http://schemas.openxmlformats.org/officeDocument/2006/relationships" id="259" r:id="R5af9ca1e7e0642c5"/>
    <p:sldId xmlns:r="http://schemas.openxmlformats.org/officeDocument/2006/relationships" id="260" r:id="R2a301337412a405d"/>
    <p:sldId xmlns:r="http://schemas.openxmlformats.org/officeDocument/2006/relationships" id="261" r:id="Rd50b465f55cb4a49"/>
    <p:sldId xmlns:r="http://schemas.openxmlformats.org/officeDocument/2006/relationships" id="262" r:id="R7e40339c3de64447"/>
    <p:sldId xmlns:r="http://schemas.openxmlformats.org/officeDocument/2006/relationships" id="263" r:id="Rfda99f8605f6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4f6379916547b4" /><Relationship Type="http://schemas.openxmlformats.org/officeDocument/2006/relationships/slideMaster" Target="/ppt/slideMasters/slideMaster1.xml" Id="Ref37023eb2ab4da2" /><Relationship Type="http://schemas.openxmlformats.org/officeDocument/2006/relationships/notesMaster" Target="/ppt/notesMasters/notesMaster1.xml" Id="R3e8d35953e414bd8" /><Relationship Type="http://schemas.openxmlformats.org/officeDocument/2006/relationships/presProps" Target="/ppt/presProps.xml" Id="R26d25c5a2c3f4648" /><Relationship Type="http://schemas.openxmlformats.org/officeDocument/2006/relationships/tableStyles" Target="/ppt/tableStyles.xml" Id="Rb8919deb7078403c" /><Relationship Type="http://schemas.openxmlformats.org/officeDocument/2006/relationships/slide" Target="/ppt/slides/slide1.xml" Id="R779f8b1084c044c0" /><Relationship Type="http://schemas.openxmlformats.org/officeDocument/2006/relationships/slide" Target="/ppt/slides/slide2.xml" Id="R42e11bfb4f154d38" /><Relationship Type="http://schemas.openxmlformats.org/officeDocument/2006/relationships/slide" Target="/ppt/slides/slide3.xml" Id="Rf8619a9a0e61410e" /><Relationship Type="http://schemas.openxmlformats.org/officeDocument/2006/relationships/slide" Target="/ppt/slides/slide4.xml" Id="R5af9ca1e7e0642c5" /><Relationship Type="http://schemas.openxmlformats.org/officeDocument/2006/relationships/slide" Target="/ppt/slides/slide5.xml" Id="R2a301337412a405d" /><Relationship Type="http://schemas.openxmlformats.org/officeDocument/2006/relationships/slide" Target="/ppt/slides/slide6.xml" Id="Rd50b465f55cb4a49" /><Relationship Type="http://schemas.openxmlformats.org/officeDocument/2006/relationships/slide" Target="/ppt/slides/slide7.xml" Id="R7e40339c3de64447" /><Relationship Type="http://schemas.openxmlformats.org/officeDocument/2006/relationships/slide" Target="/ppt/slides/slide8.xml" Id="Rfda99f8605f6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4c25ec2f84c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43bbf2dfe41f1" /><Relationship Type="http://schemas.openxmlformats.org/officeDocument/2006/relationships/notesMaster" Target="/ppt/notesMasters/notesMaster1.xml" Id="R81d00ec311fe43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7c0d6c91594ca9" /><Relationship Type="http://schemas.openxmlformats.org/officeDocument/2006/relationships/notesMaster" Target="/ppt/notesMasters/notesMaster1.xml" Id="R0e6f314e35e0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0020dc52b4d9e" /><Relationship Type="http://schemas.openxmlformats.org/officeDocument/2006/relationships/notesMaster" Target="/ppt/notesMasters/notesMaster1.xml" Id="R1df67beb2386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ce195711ea4a67" /><Relationship Type="http://schemas.openxmlformats.org/officeDocument/2006/relationships/notesMaster" Target="/ppt/notesMasters/notesMaster1.xml" Id="R98231ea381bd41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957cb6f0249b8" /><Relationship Type="http://schemas.openxmlformats.org/officeDocument/2006/relationships/notesMaster" Target="/ppt/notesMasters/notesMaster1.xml" Id="Rd0cb35dbb11845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c06182c9b946dd" /><Relationship Type="http://schemas.openxmlformats.org/officeDocument/2006/relationships/notesMaster" Target="/ppt/notesMasters/notesMaster1.xml" Id="R9b8011e198c241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c96893424b4ebd" /><Relationship Type="http://schemas.openxmlformats.org/officeDocument/2006/relationships/notesMaster" Target="/ppt/notesMasters/notesMaster1.xml" Id="R27cfc0dd323743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e8e006fde14bb5" /><Relationship Type="http://schemas.openxmlformats.org/officeDocument/2006/relationships/notesMaster" Target="/ppt/notesMasters/notesMaster1.xml" Id="R3efc490da356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d9fa89c3a4f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081ebefb6492a" /><Relationship Type="http://schemas.openxmlformats.org/officeDocument/2006/relationships/slideLayout" Target="/ppt/slideLayouts/slideLayout1.xml" Id="R3857e62bacb440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57e62bacb440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770aef8b44bda" /><Relationship Type="http://schemas.openxmlformats.org/officeDocument/2006/relationships/notesSlide" Target="/ppt/notesSlides/notesSlide1.xml" Id="Rc044d3f39448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d58f522d4712" /><Relationship Type="http://schemas.openxmlformats.org/officeDocument/2006/relationships/notesSlide" Target="/ppt/notesSlides/notesSlide2.xml" Id="R5ad150ccf40a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89158b3c8494b" /><Relationship Type="http://schemas.openxmlformats.org/officeDocument/2006/relationships/notesSlide" Target="/ppt/notesSlides/notesSlide3.xml" Id="Rae398daa98ff45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84921561d4860" /><Relationship Type="http://schemas.openxmlformats.org/officeDocument/2006/relationships/notesSlide" Target="/ppt/notesSlides/notesSlide4.xml" Id="R35f83dd54f4c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e1ea068f84675" /><Relationship Type="http://schemas.openxmlformats.org/officeDocument/2006/relationships/notesSlide" Target="/ppt/notesSlides/notesSlide5.xml" Id="Ree6d2e9cc52d42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5203e22c48f2" /><Relationship Type="http://schemas.openxmlformats.org/officeDocument/2006/relationships/notesSlide" Target="/ppt/notesSlides/notesSlide6.xml" Id="R7db604d1a931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2f01663074af3" /><Relationship Type="http://schemas.openxmlformats.org/officeDocument/2006/relationships/notesSlide" Target="/ppt/notesSlides/notesSlide7.xml" Id="R1d9d9188b258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b371a67344651" /><Relationship Type="http://schemas.openxmlformats.org/officeDocument/2006/relationships/notesSlide" Target="/ppt/notesSlides/notesSlide8.xml" Id="Rb802ea1f3a7741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B66F6-0331-467E-8962-11D59DA9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AE5F-1280-4D04-906B-C6DF96D9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D0C0B-14D2-491A-A8EF-CEE98FD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AI-NATIVE 工程实践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E528C-6791-4D4E-A44D-99A411C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我如何用 AI</a:t>
            </a:r>
          </a:p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完成一个复杂的 Agent 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D54F7-8D9B-411B-9D99-8ACFB9D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从 OpenSpec 拆解，到模块协作，再到质量验收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C2E60-D79E-4A8A-8E8C-787D9E7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Biomni 逆向只是结果，AI 协作方法才是主线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952F5-B82D-42E0-A78B-7E7DC360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C62CA-8E77-4D68-BB1D-988B331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OpenSpec / Prompt / Module Boundary / Quality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7BFAF-D765-4443-B3C7-11753FD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约 5–8 分钟汇报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8FE96-74E8-437B-8378-05863FAF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531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941001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332CA-FB3C-48F7-9B44-6FDDDBC1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  问题拆解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F66AC-5B0B-46C1-9F24-E1CB4C8C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这道题难的不是写页面，而是同时处理多个不确定性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2219A-BA7D-46F9-9B9B-01A97DC9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产品、Agent、后端闭环和验证必须并行推进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2FDBB-20A7-406A-B40C-6B49E39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AA37F-3DCB-4D2A-ADAF-3656A30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产品不确定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C189F-46BF-4669-B610-142A0D9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陌生 AI 产品，先逆向用户路径和状态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868DE-EBDA-4A6D-8312-C1CC100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BB8FF-1220-43A3-B540-AE7D1A62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62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工程不确定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6305E-EF0A-4836-9B5E-A5FE356E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需要真实 Agent、API、SSE 和持久化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F89A9-3541-414F-9EAD-07F4232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1027F-F1B7-4CB2-AFB9-23146A1D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时间不确定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73C51-35BD-469E-A145-EEF328D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约两天，必须明确 P0 / P1 / 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6769D-AC8C-47A5-B015-4FF1493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8137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10C4-FC8E-4AEC-9323-C0B3E022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909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质量不确定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ADF1E-660F-4E10-84D4-2C08C0F0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AI 生成代码需要可检查、可回归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4D9D1-4DAA-444A-BD24-F4712CD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所以第一步不是写代码，而是把模糊任务变成可验收任务。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4C9AE-E9AD-47DC-9BF5-08C0B15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83F38-2494-4E42-A738-04FA34D8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581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21C11-D0FF-446B-AB35-C9654BC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  OPENSPEC 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30392-7989-4EFA-AD8B-E6EF7C98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先把需求变成一组有边界、有验收标准的任务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FEEB-6291-405A-BB89-F71C74A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AI 的执行范围越清楚，返工越少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B5730-B36B-453A-82B0-C2C2CA4A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38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3E25C-B62E-479A-B4C5-CE6996D5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proposal.md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AEFC4-66AF-4B46-9D7A-EC39B82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为什么做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E651-9F16-481B-B04B-D5FE1D0B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范围与目标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9D684-9931-44A7-841F-4B9FCF07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3C3F4-DE18-4142-B424-086E4F9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238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C4EBB-9A83-47B9-A2AB-06ADCC3C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design.md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F02D6-5BF7-4084-B8F0-404A32D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怎么做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46569-098C-4116-9CF0-E7DA25A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边界与取舍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732FA-71AA-406E-87FD-F6CD4190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1551E-EF69-4EB0-9994-BD11761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238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088C5-C162-4CF2-BEDD-21E8322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spec.md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4B7EA-45CE-4925-A710-92CBD13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做到什么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5389C-CD36-4977-937E-11D0BF5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行为与场景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2D51A-10D7-4499-BF2A-7338B58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527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7B2EE-7442-45D8-BA73-AE6B47B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238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6DA8-CE08-4728-8B0F-D6C21DE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19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tasks.md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37DF0-2878-4C05-80D2-14159DFA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76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怎么验收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69A60-1271-43DD-AD3E-6A98C2E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57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可勾选任务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453CF-AA29-4141-BD16-A8C4041F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76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82E33-1E2A-4903-90AE-19AA2897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真实例子：blank-chat change 被拆成 Logo 交互、状态切换、历史保留和验证四组任务，最后 6/6 完成。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4825C-F3AF-497B-8786-E234D22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F1C99-D1DB-475A-992E-38A9D51B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836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8BE58-E2DA-4213-B6D1-87D471A2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  模块边界与并行策略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B4E4C-661E-42D8-879C-49B37CF9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按职责拆解，允许独立委派，最后在协议处集成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EB19-E655-48D9-A3D1-C02B620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并行不是越多越好，关键是减少共享状态和冲突文件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AB3EB-0315-4FC2-84AF-1BAD104D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ECF1-8DCC-4CF2-A781-8C050AE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Provider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85A4F-2834-49A7-A5C1-462BD5D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SDK 消息 → 内部事件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627F2-233E-4C07-8A07-EC9AD60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E4220-D305-4712-81AE-B8C501FF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5D9CB-CDE3-4EE1-949E-AD270924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任务生命周期与取消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0EEEE-B591-45F9-A80A-4554D69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DE4B1-5060-4FB2-B26E-452C81F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DB /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C76E8-4323-4CC5-B63A-907740E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05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落库、广播、快照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9FAEE-4422-4FAF-962B-A45375E0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2F80D-D35F-4A99-82F7-05AA7AFE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Reducer / 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9848D-BF22-4C5E-B83C-1BEC8DE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共享状态与 SSE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E8890-541D-4CBF-A215-4ECC4F4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2243D-CBFC-43CD-8AB4-38F86BC9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UI / Canvas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1A7D9-1C11-454C-9A3A-1779358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33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对话、画布、节点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3E82F-1BF1-4EC8-8F5C-84C60BF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C2982-EEC9-45B5-B1D5-3440C860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Tests / 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B7BE7-6A56-4AF4-873E-3845302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33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验证、README、记录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4A1A9-7F04-4F67-B5AB-21025453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集成点：Block 类型、事件协议、appendEvent → publish、SSE 去重规则。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B8885-DDAF-4A54-8B31-124ECE91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1C0E0C-BAFB-417E-8F8A-57D0B4A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1782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B4EC7-3131-43F4-8C9F-4457071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  提示词与上下文工程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EA1B0-5AA1-4FC6-8753-448A5FF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好的 Prompt 不是更长，而是让任务、边界和验收都可执行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9D62C-FA46-48A0-99C5-CAD16DBB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每次委派前先让 AI 读取真实上下文，不凭空猜类型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0DA93-3620-44E1-8FA4-1BB694E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A89C-7579-45E7-A3D2-390CF62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50A29-FC7D-41F0-958A-C70CB8B7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读取哪些文件、类型定义和现有协议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89CE0-024E-4BB3-BDDA-7A5E2BEF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2238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071F6-C3F3-422C-9ABE-7DDA07B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A71BC-94DD-4EC6-BD4F-C8AF6F2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只完成哪个模块、实现什么行为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9E9F4-F064-461D-9224-8C536E8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238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B569B-5B64-4A0E-AD16-C220407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32B78-1D50-4CB0-B2C3-F9FC269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不能改什么，必须复用什么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3000E-A20F-429D-A500-D5EDC248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238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E0DB2-101D-47EC-833B-2DFD809C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Acceptance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54AC5-1FB0-48EB-8003-B7D8417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用哪些命令和场景判断完成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42257-BAD7-475B-8CB9-EC95028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63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5EB87-21CA-462B-AA8A-3660D6F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示例：读取 provider.ts、types.ts、SDK messages.d.ts；只修改事件映射；保持 appendEvent → publish；通过 typecheck、reducer 单测和 SSE 冒烟。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CC042-5590-4A94-8031-F871CC00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A108F-7414-4967-8F8A-03078095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625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AFF517-C6D8-4F9E-9255-B439A04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  一次真实协作回合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F2BEE-55FD-4F16-88B6-5829ACB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我把 AI 放进“读取、实现、验证、修正”的循环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CEE5-343F-4A85-ABAE-A5B4E0E1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每一轮只推进一个垂直切片，避免一次生成整个系统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FBEC4-A5B2-4548-9A11-515C9D6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6998D-23AB-420D-8844-8C3C9FC6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85DB-E42E-4EDC-9C58-18A5C53F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B624E-DA81-49BB-A88E-4F57148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读取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0E06-7360-4517-944D-308F824B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作业原文 / DOM / SDK 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BB7FD-E2BF-4FAC-9B83-68BD0A73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412F3-C768-4BF7-B941-C7AE759B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321DF-6767-497A-8FF1-7A9994A8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C1528-852F-4B23-8AF4-EF0F59F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C4B7E-2142-4049-A246-F78FBCD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332F9-9A8E-4759-AAA4-24B621CA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analysis.md / OpenSpec / 数据模型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2F195-02D3-4646-8391-EAC84FB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34096-F571-4E18-960C-87C065A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04359-2C7B-4567-96DC-A3B1AC2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2C543-BF4D-4FA1-BFB7-0DDE181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D4F69-AA93-4835-A83B-54F4A2D6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AF4E7-AFED-4E9D-9C34-DFA6879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Provider、Runner、UI 等模块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6F9BA-59E6-4C3E-97BA-926B792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90E77-76F0-4DA7-81B0-4427AA7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228B1-0DD5-4F3C-87DB-9D88BAC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47E19-B582-4799-B1DE-BCEFB96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62E5D-1F92-4470-9E7E-4C3404DB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539EA-AE6D-4A98-90F7-F664631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typecheck / test / curl / 浏览器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71B77-8021-40CA-AEBF-130A075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FD3BE-A18E-4A1E-A8AF-6EE6CE6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E9441-F464-4589-9373-3E5623CA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4C092-3F66-46E4-9A09-72E840B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AE2633-F04B-4292-BDFE-978B9C8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671F1-CD3C-49E3-B888-C911977C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定位失败、补约束、记录经验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3AC99-A20E-42F6-894B-44AEA728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关键原则：先读上下文，再让 AI 改动；先跑验证，再接受结果。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72A25-52E4-4CFC-9BEB-8F23B50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B77ED-12C4-4C39-8B13-A0F17358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9707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A5260-714A-4382-9352-032F627A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06  质量门禁与安全边界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C10FF-4728-4FB5-837C-F7FA874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AI 负责生成候选方案，人负责审查结果是否可信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F003C-7FFB-41B7-B1A8-0F984ED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用自动化检查、运行时约束和人工回归形成三道门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CB971-10CF-4198-A921-8B4BD01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3EC82-C6E7-443F-9927-3AA37FB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自动检查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9EED6-F4D4-4496-A856-9C882233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npm test 10/10</a:t>
            </a:r>
          </a:p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npm run typecheck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7D31-8956-4C0D-BFA9-E7D92C48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2E3AD-16E0-462C-9F0A-D8A974F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系统冒烟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98087-6AF7-4A71-9E89-7ED1362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创建任务、轮询快照</a:t>
            </a:r>
          </a:p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SSE 重放与 seq 去重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824DE-1712-46CC-AA94-650BC8B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544F2-9CB9-4D4A-95D3-0E2A177E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人工回归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6622-1CC7-4754-9D17-FBE93BA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画布、取消、刷新恢复</a:t>
            </a:r>
          </a:p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失败重试与结果文件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7086D-2AD3-4F77-9404-8898550D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76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48392-EF48-48CC-9715-0BE68D85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7B866-B784-4147-8962-BD2EBA6D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Token 只在服务端环境变量；任务独立沙箱；maxTurns=30；AbortController 支持真取消；事件先落库再广播。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EE019-D954-42D7-A6F9-200FE983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4E250-A328-4A8C-8F24-519831BE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508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651F7-7B92-43F3-94A4-229993B7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07  最终结果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744B5-2544-4DFC-8F83-D82F8E1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产品只是结果，更重要的是一套可复用的 AI 工程方法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84180-5D94-45CA-BC57-51B274C8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这套方法可以迁移到下一次陌生产品或复杂功能开发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7763-E028-41C0-B21E-CB8E0E33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7875-B57C-46F7-91C1-1B3058D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679A6-A427-4D52-8C91-240D78A8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95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从模糊作业提炼评分点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9C4F3-CE2B-4D0A-ABF0-9A51207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666E9-41E7-48D5-A659-1D7CE9B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2F2EB-CBDD-4FE3-A185-C4C08AE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0C0CC-3403-4B2F-AAB3-587AAB4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95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OpenSpec 拆成可验收任务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D7BFF-FA0B-48B9-A51F-85F93E2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E1EAD-FD0A-4FEF-B131-EB7720E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58FC8-07D7-44F8-940B-3427014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协作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D6D48-1ED1-4913-800F-6EF94CB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模块边界与 Prompt 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64C2D-F18C-4076-8897-39AF6B4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3408E-285B-4758-A684-4B5706D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BD6D0-15B7-4E18-9804-3431B26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85033-5E70-4117-AE65-754083C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自动检查 + 冒烟 + 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20900-43CB-40DF-B9A2-B3C979C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7F4D4-97EE-4A52-A5EE-96F59CD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619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DF3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BD919-BF9B-4543-B6BE-6E697A1C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BC2C4-4275-4A38-9189-E9C3098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95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可运行 Agent 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BB80B-4D9D-4BE4-AEE5-8F91B862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E9639-329F-4E8B-9B6B-FBBAE3F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我不是让 AI 替我写完整项目，而是把 AI 放进一套有规划、有边界、有验证的工程流程。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69244-8CD0-4D95-B302-C161E17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BIOMNI LAB / AI-NATIVE 前端与分析工程师二面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A8E3A-F752-45B6-88D1-BAF25A0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2606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180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2026-09-20T08:41:57.8000000Z</dcterms:created>
  <dcterms:modified xsi:type="dcterms:W3CDTF">2026-09-20T08:41:57.8000000Z</dcterms:modified>
</coreProperties>
</file>